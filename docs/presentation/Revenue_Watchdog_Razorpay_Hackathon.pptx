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33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1691640"/>
            <a:ext cx="3749040" cy="37490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148840"/>
            <a:ext cx="2834640" cy="28346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606040"/>
            <a:ext cx="1920240" cy="19202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38944" y="217993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1066379" y="2831897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11066379" y="4135831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9838944" y="4787798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8611509" y="4135831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8611509" y="2831897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10344" y="3255264"/>
            <a:ext cx="621792" cy="6217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777240"/>
            <a:ext cx="3246120" cy="365760"/>
          </a:xfrm>
          <a:prstGeom prst="roundRect">
            <a:avLst>
              <a:gd name="adj" fmla="val 45000"/>
            </a:avLst>
          </a:prstGeom>
          <a:solidFill>
            <a:srgbClr val="163B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777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777240"/>
            <a:ext cx="3383280" cy="365760"/>
          </a:xfrm>
          <a:prstGeom prst="roundRect">
            <a:avLst>
              <a:gd name="adj" fmla="val 45000"/>
            </a:avLst>
          </a:prstGeom>
          <a:solidFill>
            <a:srgbClr val="163B47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AI REVENUE RECOVERY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148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Watchdog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21792" y="3310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congestion control for the Razorpay network.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" y="3977640"/>
            <a:ext cx="5120640" cy="0"/>
          </a:xfrm>
          <a:prstGeom prst="line">
            <a:avLst/>
          </a:prstGeom>
          <a:noFill/>
          <a:ln w="12700">
            <a:solidFill>
              <a:srgbClr val="254A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1605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investigates failed payments, a deterministic policy engine decides, and a network-wide scheduler coordinates retries across merchants — so one struggling bank doesn't get stampeded by everyone's dunning logic at once.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53212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632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Rehan M Jamadar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998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connect.rehan@outlook.in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43400" y="561441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github.com/RehaanDev/razorpay-buildathon-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T3-2026-revenue-watchdog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one bank slows down, every merchant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 it worse — together.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issuer degrades. Every merchant's dunning logic notices at roughly the same moment and starts retrying — independently.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can see each other. The bank gets a synchronised burst of retry traffic from thousands of merchants, on top of its organic load.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outage gets deeper and longer. Every merchant's success rate drops further. The queue grows.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943600" cy="1417320"/>
          </a:xfrm>
          <a:prstGeom prst="roundRect">
            <a:avLst>
              <a:gd name="adj" fmla="val 5806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4864608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“Each merchant behaved rationally. Collectively, they made their own problem worse.”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03720" y="2148840"/>
            <a:ext cx="4709160" cy="3977640"/>
          </a:xfrm>
          <a:prstGeom prst="roundRect">
            <a:avLst>
              <a:gd name="adj" fmla="val 2069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238658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MERCHANT RETRIES ALONE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378440" y="2505456"/>
            <a:ext cx="292608" cy="0"/>
          </a:xfrm>
          <a:prstGeom prst="line">
            <a:avLst/>
          </a:prstGeom>
          <a:noFill/>
          <a:ln w="19050">
            <a:solidFill>
              <a:srgbClr val="B3261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716768" y="23865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0" y="3383280"/>
            <a:ext cx="406908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223760" y="3291840"/>
            <a:ext cx="384048" cy="233172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60766" y="2926080"/>
            <a:ext cx="384048" cy="269748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5046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97773" y="3337560"/>
            <a:ext cx="384048" cy="228600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2053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34779" y="2788920"/>
            <a:ext cx="384048" cy="283464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89059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171786" y="3108960"/>
            <a:ext cx="384048" cy="251460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6066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08792" y="2880360"/>
            <a:ext cx="384048" cy="2743200"/>
          </a:xfrm>
          <a:prstGeom prst="roundRect">
            <a:avLst>
              <a:gd name="adj" fmla="val 7143"/>
            </a:avLst>
          </a:prstGeom>
          <a:solidFill>
            <a:srgbClr val="FBE9E7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63072" y="56784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0" y="583387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merchants, one bank, zero coordination — every bar clears the ceiling at once.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0533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merchant-side tool can't fix this — it has exactly one lever, its own retries, and holding back unilaterally just means it recovers less while everyone else still stampedes.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 the network, don't multiply the stampede.</a:t>
            </a:r>
            <a:endParaRPr lang="en-US" sz="2700" dirty="0"/>
          </a:p>
        </p:txBody>
      </p:sp>
      <p:pic>
        <p:nvPicPr>
          <p:cNvPr id="4" name="Image 0" descr="/mnt/user-data/uploads/retry_stampede_versus_coordinated_schedu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3223" y="1508760"/>
            <a:ext cx="6315075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681728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F0C9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7823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UNCOORDINATED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502005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merchant retries at once and blows straight past issuer capacity — deepening the very outage they're trying to survive.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4681728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47823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6520" y="502005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attempts, the same customers — spread across time slots and allocated by expected value under a fairness floor.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572414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layer only Razorpay can build — visibility across every merchant at once, not just one.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BEHIND THE FIX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of retry congestion — and who pays for fairness</a:t>
            </a:r>
            <a:endParaRPr lang="en-US" sz="2600" dirty="0"/>
          </a:p>
        </p:txBody>
      </p:sp>
      <p:pic>
        <p:nvPicPr>
          <p:cNvPr id="4" name="Image 0" descr="/mnt/user-data/uploads/congestion_model_fairness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343" y="1691640"/>
            <a:ext cx="9688553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33872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9253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collapses success.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1.0× estimated capacity, per-attempt success falls fast — blind retries make things worse, not better.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72200" y="5833872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59253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has a price, and it's published.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fairnessFloor guarantees every merchant a shot at scarce slots. Watchdog ships at floor = 2: a 14.4% recovery cost for a 2.9% worst-served floor.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independent days. One reproducible number.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(naive dunning) versus Treatment (Watchdog), same seeded traffic, pooled across a 30-day holdout.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58568"/>
            <a:ext cx="2606040" cy="7426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001244"/>
            <a:ext cx="2606040" cy="45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RECOVERY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258568"/>
            <a:ext cx="2606040" cy="7426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3001244"/>
            <a:ext cx="2606040" cy="45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RECOVERY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258568"/>
            <a:ext cx="2606040" cy="7426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+16.02pp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3001244"/>
            <a:ext cx="2606040" cy="45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LIFT (P &lt; 0.0001)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21488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258568"/>
            <a:ext cx="2606040" cy="7426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₹94,802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001244"/>
            <a:ext cx="2606040" cy="45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RECOVERY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766560" cy="105156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7E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— naive dunning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7E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7E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7E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— Watchdog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54A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543800" y="3977640"/>
            <a:ext cx="4069080" cy="2331720"/>
          </a:xfrm>
          <a:prstGeom prst="roundRect">
            <a:avLst>
              <a:gd name="adj" fmla="val 3529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EXACTLY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0" y="443484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E2733"/>
          </a:solidFill>
          <a:ln w="12700">
            <a:solidFill>
              <a:srgbClr val="2A4E5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09560" y="4434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accumulate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495604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between runs and between machines. 24 of 30 days showed positive lift, 6 negative — which is exactly why the product refuses to print a lift figure until both arms are large enough to support one.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naive dunning — retry on every decline, whatever the code says — not a strawman for a tuned commercial tool. Read this as the lift over doing the obvious thing.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B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zero external</a:t>
            </a:r>
            <a:endParaRPr lang="en-US" sz="2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 doors, one server. Storefront (Checkout.js) and Watchdog UI both hit server.js — 40 REST endpoints, no framework.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brain. Detect (detectors.js) → Diagnose (agent/loop.js) → Gate (policy.js) → Execute (execute.js), each a standalone module.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Cross-merchant layer. coordinator.js (congestion control) and capacity.js (issuer capacity estimation) — the part no single merchant could ever build alone.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boundary. client.js is the only code that writes; webhooks.js is the only source of truth coming 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5760720" cy="502920"/>
          </a:xfrm>
          <a:prstGeom prst="roundRect">
            <a:avLst>
              <a:gd name="adj" fmla="val 16364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5806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9,821 lines of JavaScript  ·  0 npm dependencies  ·  boots in ~600ms</a:t>
            </a:r>
            <a:endParaRPr lang="en-US" sz="1150" dirty="0"/>
          </a:p>
        </p:txBody>
      </p:sp>
      <p:pic>
        <p:nvPicPr>
          <p:cNvPr id="7" name="Image 0" descr="/mnt/user-data/uploads/revenue_watchdog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21740"/>
            <a:ext cx="5074920" cy="44032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cycle, eight stages, three kinds of trust</a:t>
            </a:r>
            <a:endParaRPr lang="en-US" sz="2700" dirty="0"/>
          </a:p>
        </p:txBody>
      </p:sp>
      <p:pic>
        <p:nvPicPr>
          <p:cNvPr id="4" name="Image 0" descr="/mnt/user-data/uploads/revenue_watchdog_operational_cycle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533" y="1481328"/>
            <a:ext cx="6200454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98348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ECEBF7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50657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3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— model-driven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78408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stage that ever touches a language model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34840" y="498348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E7F1F0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36008" y="50657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— cross-merchant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36008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network-level coordination novelty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92440" y="4983480"/>
            <a:ext cx="3520440" cy="749808"/>
          </a:xfrm>
          <a:prstGeom prst="roundRect">
            <a:avLst>
              <a:gd name="adj" fmla="val 10976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93608" y="50657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— deterministic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93608" y="53309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typed, and auditable code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cycle.js — the orchestrator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80360" y="1847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detectors.js finds the leak (CUSUM, MLE change-point)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140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8036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agent/loop.js — 8 read-only tools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9809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8036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validator.js checks every claim against a factId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880360" y="3547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policy.js returns AUTO / REVIEW / BLOCK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803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coordinator.js meters the queue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27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BE9E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80360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execute.js — the only code allowed to write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2943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7F1F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294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5248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880360" y="52486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store.js appends to the ledger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598017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deterministic steps. The model only ever occupies step 2.</a:t>
            </a:r>
            <a:endParaRPr lang="en-US" sz="1150" dirty="0"/>
          </a:p>
        </p:txBody>
      </p:sp>
      <p:pic>
        <p:nvPicPr>
          <p:cNvPr id="33" name="Image 0" descr="/mnt/user-data/uploads/cycle_js_orchestration_call_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92879"/>
            <a:ext cx="4526280" cy="366096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is allowed to know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tools total. Eight are read-only. The ninth only ever writes a proposal.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" y="235000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list_open_leaks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6704" y="2057400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93008" y="235000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inspect_payment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2057400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91072" y="235000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get_decline_breakdown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42832" y="2057400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9136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89136" y="235000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get_customer_history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" y="32369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estimate_recovery_probability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46704" y="2944368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32369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check_congestion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2944368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91072" y="32369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compare_across_network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42832" y="2944368"/>
            <a:ext cx="2688336" cy="777240"/>
          </a:xfrm>
          <a:prstGeom prst="roundRect">
            <a:avLst>
              <a:gd name="adj" fmla="val 10588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9136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89136" y="323697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1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simulate_policy_change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877056"/>
            <a:ext cx="11082528" cy="621792"/>
          </a:xfrm>
          <a:prstGeom prst="roundRect">
            <a:avLst>
              <a:gd name="adj" fmla="val 13235"/>
            </a:avLst>
          </a:prstGeom>
          <a:solidFill>
            <a:srgbClr val="FBF0DF"/>
          </a:solidFill>
          <a:ln w="12700">
            <a:solidFill>
              <a:srgbClr val="EAD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877056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 propose_recovery_posture — writes a proposal, and nothing else. No route exists from here to the executor.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cite a factId from a tool result — a number that can't be traced back is rejected before it reaches you.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48656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321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40" y="57241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SCENARIOS PASS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5248656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5321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291840" y="57241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ATTRIBUTION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5248656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5321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035040" y="57241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SELECTION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778240" y="5248656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5321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778240" y="57241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TOOL CALLS / RUN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cannot move money — by</a:t>
            </a:r>
            <a:endParaRPr lang="en-US" sz="2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not policy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9th tool, propose_recovery_posture, writes a proposal and nothing else — there is no route from the model to the executor.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passes a deterministic policy engine that reads structured fields only. It never reads free text.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852160" cy="1417320"/>
          </a:xfrm>
          <a:prstGeom prst="roundRect">
            <a:avLst>
              <a:gd name="adj" fmla="val 5806"/>
            </a:avLst>
          </a:prstGeom>
          <a:solidFill>
            <a:srgbClr val="0B2333"/>
          </a:solidFill>
          <a:ln w="12700">
            <a:solidFill>
              <a:srgbClr val="0B2333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1148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PIN THIS DOWN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4389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F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 the agent has no tool that can move money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F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 the only write-shaped tool is a proposal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FE3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  nothing executed without a rule authorising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562356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perfectly successful prompt injection still cannot cause a payout — the capability was never in the model's hands.”</a:t>
            </a:r>
            <a:endParaRPr lang="en-US" sz="1300" dirty="0"/>
          </a:p>
        </p:txBody>
      </p:sp>
      <p:pic>
        <p:nvPicPr>
          <p:cNvPr id="9" name="Image 0" descr="/mnt/user-data/uploads/agent_containment_and_money_movement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3755" y="1828800"/>
            <a:ext cx="4757651" cy="4617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deterministic gates stand between a</a:t>
            </a:r>
            <a:endParaRPr lang="en-US" sz="2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 and a rupee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7863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viable action, or a non-retryable decline code → stop immediately. Retrying would just fail again.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out always needs a human. Refunds and payment links ship with auto-execution off by default.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protection is a gate too — a contact budget and a 21:00–8:00 IST quiet window, not just merchant protection.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₹25,000 or below 58% model confidence → REVIEW, never AUTO.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every gate → AUTO, executes now. Every verdict carries the reason that produced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74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5074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5074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7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5074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5074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715000"/>
            <a:ext cx="7863840" cy="658368"/>
          </a:xfrm>
          <a:prstGeom prst="roundRect">
            <a:avLst>
              <a:gd name="adj" fmla="val 12500"/>
            </a:avLst>
          </a:prstGeom>
          <a:solidFill>
            <a:srgbClr val="F2F8F7"/>
          </a:solidFill>
          <a:ln w="12700">
            <a:solidFill>
              <a:srgbClr val="E7F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715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“BLOCK is a decision with a reason attached — not an error.”</a:t>
            </a:r>
            <a:endParaRPr lang="en-US" sz="1300" dirty="0"/>
          </a:p>
        </p:txBody>
      </p:sp>
      <p:pic>
        <p:nvPicPr>
          <p:cNvPr id="13" name="Image 0" descr="/mnt/user-data/uploads/policy_engine_decisi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157" y="1417320"/>
            <a:ext cx="2300806" cy="5074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Razorpay, on three verified surfaces</a:t>
            </a:r>
            <a:endParaRPr lang="en-US" sz="2700" dirty="0"/>
          </a:p>
        </p:txBody>
      </p:sp>
      <p:pic>
        <p:nvPicPr>
          <p:cNvPr id="4" name="Image 0" descr="/mnt/user-data/uploads/razorpay_integration_boundary_three_surf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536192"/>
            <a:ext cx="649224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056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Checkout.js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5367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browser modal, real test-mode payments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34840" y="5056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34840" y="5367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over HTTPS, idempotency key on every write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92440" y="5056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5367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verified, deduplicated, replay-safe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payment_link.paid closes the loop — recovery attributed back to the exact decision that caused it.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traffic. One rule: never fabricate an outcome.</a:t>
            </a:r>
            <a:endParaRPr lang="en-US" sz="2400" dirty="0"/>
          </a:p>
        </p:txBody>
      </p:sp>
      <p:pic>
        <p:nvPicPr>
          <p:cNvPr id="4" name="Image 0" descr="/mnt/user-data/uploads/real_vs_simulated_traffic_sepa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9628" y="1463040"/>
            <a:ext cx="6422265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6875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Razorpay payments stay pending until a verified webhook says otherwise. Seeded traffic (13,629 payments, for context) is resolved only by an explicit sampler — the two are never mixed in the same count.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the tests caught before the judges did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testing claims, not just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134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 was inverted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recovery links sat unresolved in the treatment arm while control's naive retries settled instantly. accumulate.js reported −29.39pp — while all 49 assertions passed. Fixed with settleSimulatedPending(); added a test for result direction, not just presence.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3134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scheduler discarded its own capacity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370332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one merchant's per-slot cap skipped the whole slot, abandoning room other merchants could have used. Fixing it to skip the item, not the slot, raised expected recovery about 21%.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23134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BE9E7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2834640"/>
            <a:ext cx="3099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was never reproducible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370332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payment IDs came from crypto.randomBytes, so the A/B holdout re-drew on every boot — arm sizes moved 10–15% per run. IDs now come from the seeded stream; 3 tests enforce it.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321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verified — and what we won't overclaim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E7F5EC"/>
          </a:solidFill>
          <a:ln w="12700">
            <a:solidFill>
              <a:srgbClr val="BFE3C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assertions, 0 failures · 12 agent evals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HMAC verification, dedup, and out-of-order handling all tested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under replay is pinned by a test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the same payment lands in the same arm on every run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estimator recovers a planted capacity, and declines a false one carrying the same success-rate drop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floor is pinned to actually cost recovery — a knob that costs nothing isn't doing anything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7FAFA"/>
          </a:solidFill>
          <a:ln w="12700">
            <a:solidFill>
              <a:srgbClr val="DC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23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A/B lift is measured against a simulator that shares a feature set with the policy — a disclosed circularity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12 eval scenarios reach the right verdict but miss a required naming check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isn't identifiable at demo volume — traffic runs ~2 orders of magnitude below where an issuer ceiling binds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traffic (13,629 payments) is synthetic, tagged and never mixed with real ones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13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 an unseen issuer falls back to an assumed baseline, and says 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novel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671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5877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Coordination, not just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3639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layer that sees retries across merchants — not within just one.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671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5877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is learned, not assumed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13639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estimator knows exactly when to refuse to answer.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1671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2752" y="258775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has a price tag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313639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a table, not buried in a default.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416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446227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can suggest, never spend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0109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architecture — not a prompt, not a policy note.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0416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46227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to a fact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50109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claims are rejected before they reach you.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01584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4164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63B47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02752" y="4462272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as a feature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501091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vs. seeded traffic never mixed; bugs and limits disclosed, not hidden.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6B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 ·  RAZORPAY AI BUILDATHON 2026  ·  TRACK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8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554480"/>
            <a:ext cx="3749040" cy="37490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011680"/>
            <a:ext cx="2834640" cy="28346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2468880"/>
            <a:ext cx="1920240" cy="1920240"/>
          </a:xfrm>
          <a:prstGeom prst="ellipse">
            <a:avLst/>
          </a:prstGeom>
          <a:ln w="15875">
            <a:solidFill>
              <a:srgbClr val="1E4B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38944" y="204277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066379" y="2694737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1066379" y="3998671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9838944" y="4650638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8611509" y="3998671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Shape 8"/>
          <p:cNvSpPr/>
          <p:nvPr/>
        </p:nvSpPr>
        <p:spPr>
          <a:xfrm>
            <a:off x="8611509" y="2694737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9610344" y="3118104"/>
            <a:ext cx="621792" cy="621792"/>
          </a:xfrm>
          <a:prstGeom prst="ellipse">
            <a:avLst/>
          </a:prstGeom>
          <a:solidFill>
            <a:srgbClr val="0F766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777240"/>
            <a:ext cx="3383280" cy="365760"/>
          </a:xfrm>
          <a:prstGeom prst="roundRect">
            <a:avLst>
              <a:gd name="adj" fmla="val 45000"/>
            </a:avLst>
          </a:prstGeom>
          <a:solidFill>
            <a:srgbClr val="163B4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777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AI REVENUE RECOVERY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21792" y="32461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FD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Watchdog — retry congestion control for the Razorpay network.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4114800"/>
            <a:ext cx="6949440" cy="1600200"/>
          </a:xfrm>
          <a:prstGeom prst="roundRect">
            <a:avLst>
              <a:gd name="adj" fmla="val 5714"/>
            </a:avLst>
          </a:prstGeom>
          <a:solidFill>
            <a:srgbClr val="12303F"/>
          </a:solidFill>
          <a:ln w="12700">
            <a:solidFill>
              <a:srgbClr val="254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611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Rehan M Jamadar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451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connect.rehan@outlook.in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49560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github.com/RehaanDev/razorpay-buildathon-T3-2026-revenue-watchdog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2669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· 9,821 lines of JavaScript · zero dependencies · npm test → 66/66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2026-08-30T17:41:09Z</dcterms:created>
  <dcterms:modified xsi:type="dcterms:W3CDTF">2026-08-30T17:41:09Z</dcterms:modified>
</cp:coreProperties>
</file>